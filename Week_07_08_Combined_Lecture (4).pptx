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80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Plankton Ecology, Bioassessment &amp; Monitoring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phytoplankton and grazing dynamics to biotic indices, diatom archives,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the tropical challenge for Guyanese freshwaters.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74904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64008" cy="374904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left you last week with a question: 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determines whether a lake is green — full of algae — or clear?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we covered in Weeks 4 and 5 — nutrients, light, temperature, mixing. But one factor gets consistently overlooked.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Session's 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Phytoplankton diversity and functional groups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Zooplankton ecology and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Trophic cascades and the cyanobacteria–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impasse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Why bioassess, and the reference condition approach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Macroinvertebrate bioassessment and biotic indices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Diatom-based assessment and transfer functions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Emerging tools — eDNA, remote sensing, sensors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8: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Tropical challenge and Guyana's research opportunities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Integrates more than any session so far: Week 2 DO, Week 3 macroinvertebrates, Week 4 lake physics, Week 5 nutrients, Week 6 wetland filtering.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1: Phytoplankton Diversity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Functional Groups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invisible engine of lake ecosystems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Invisible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Phytoplankton: microscopic photosynthetic organisms, &lt;1 µm to several hundred µm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 of global NPP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~48.5 of 104.9 Pg C/yr (Field et al., 1998). About half of Earth's oxygen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Chlorophyll-a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widely used trophic state indicator (Carlson's TSI, Week 5)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Oligotrophic &lt;2 µg/L · Mesotrophic 2–8 µg/L · Eutrophic &gt;8 µg/L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matters as much as biomass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diatom-dominated ≠ cyanobacteria-dominated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chlorophyll-a · completely different ecological state · completely different management prognosis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Freshwater Phytoplankton Groups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84048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566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Cyanobacteria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prokaryotes; N₂ fixation, buoyancy regulation, microcystin toxicity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Chlorophytes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(green algae) — most diverse; excellent food quality for grazers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silica frustules; need dissolved Si; tolerance-calibrated for bioassessment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Dinoflagellates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mixotrophic; some migrate vertically (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Ceratium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Cryptophytes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flagellates; highly edible first responders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Cyanobacteria are terrible food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toxic, clog feeding, nutritionally deficient</a:t>
            </a:r>
            <a:endParaRPr lang="en-US" sz="1150" dirty="0"/>
          </a:p>
        </p:txBody>
      </p:sp>
      <p:pic>
        <p:nvPicPr>
          <p:cNvPr id="9" name="Image 0" descr="phyto_compo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22960"/>
            <a:ext cx="46634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Reynolds' C-S-R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Grime's plant ecology (Reynolds, 1988; 2006)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C-strategists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competitive colonists; small cells, rapid nutrient exploitation (small green algae, cryptophytes)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S-strategists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stress-tolerant; large, slow-growing, often motile (many cyanobacteria, large dinoflagellates)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R-strategists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ruderal, disturbance-tolerant (filamentous diatoms like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Aulacoseira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Predictive: stratified summer → S · spring mixing → R · nutrient pulse in turbulence → C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et al. (2002) / Padisák et al. (2009): 30+ coda (H1, Y, P, SN, Lo…) — diagnostic without full chemistry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Tropical Phytoplankton — How Different?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functional classification validated in South American lakes (Kruk et al., 2002)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floodplain succession driven by flood pulse, not thermal seasonality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(Huszar &amp; Reynolds, 1997 — Lago Batata)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warm temperatures: no winter reset, continuous growth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approach works better than taxonomy for tropical–temperate comparison — same traits, different species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 predictions: blackwater → chrysophytes + small flagellates; EDWC dry season → cyanobacteria; Rupununi → flood-pulse succession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testable hypotheses; all unsampled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Zooplankton Ecology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grazers that can clear a lake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Daphnia — The Keystone Grazer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93192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Filter-feeding cladoceran: pumps water through setae mesh, straining 1–50 µm particles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 magna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~77 mL/day ·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Bosmina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~0.3 mL/day — a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250-fold difference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(Havens &amp; Beaver, 2011)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doubling ≤3 days at ≥20°C (Ebert, 2005) — cyclical parthenogenesis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eggs (ephippia) survive desiccation, freezing, fish gut passage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 vertical migration: descend by day (fish avoidance), ascend to feed at night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predation is the dominant selective pressure in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life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pic>
        <p:nvPicPr>
          <p:cNvPr id="9" name="Image 0" descr="daphn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868680"/>
            <a:ext cx="45720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Size-Efficiency Hypothesis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 &amp; Dodson (1965,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— one of the most cited papers in aquatic ecology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fish predation, large cladocerans outcompete small ones — bigger filters, broader particle range, persist on lower food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hunting planktivores selectively remove the largest individuals — bigger targets, more energy per capture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planktivores dominate: zooplankton community shifts to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Bosmina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Ceriodaphnia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small copepods — grazing capacity collapses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lakes, identical nutrients, different clarity → the answer is in the food web above the zooplankton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74904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64008" cy="374904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spc="200" kern="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THINK–PAIR–SHARE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lake has abundant nutrients and dense planktivorous minnows. Predict: (1) dominant zooplankton, (2) phytoplankton biomass, (3) water clarity.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what happens if you introduce largemouth bass?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Brooks–Dodson to trace the logic.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3: Trophic Cascades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fish determine water clarity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Carpenter Cascade &amp; Biomanipulation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56616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Carpenter et al. (1985,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BioScience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introduced the concept to limnology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cascade: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piscivores ↑ → planktivores ↓ →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 → phytoplankton ↓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&amp; West Long Lakes: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-dominated systems suppressed phytoplankton across nutrient gradients (Carpenter et al., 2001)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Biomanipulation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(Shapiro 1975; Jeppesen 2012) — remove planktivores, stock piscivores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lakes: Secchi depth &lt;1 m → 3–4 m in one growing season; macrophytes returned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reduction = foundation; biomanipulation = accelerant. Foundation first.</a:t>
            </a:r>
            <a:endParaRPr lang="en-US" sz="1050" dirty="0"/>
          </a:p>
        </p:txBody>
      </p:sp>
      <p:pic>
        <p:nvPicPr>
          <p:cNvPr id="9" name="Image 0" descr="casc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822960"/>
            <a:ext cx="4983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Cyanobacteria–Daphnia Impasse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93776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interference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filaments tangle in thoracic limbs; clearance drops 50–80%.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Microcystis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colonies exceed ingestible size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microcystin inhibits protein phosphatases; chronic 1–10 µg/L depresses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population growth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nutritional quality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cyanobacteria lack EPA/DHA; abundant C but nutritional junk food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loop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eutrophication → cyanobacterial dominance → grazing impaired → more cyanobacteria → locked turbid state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out requires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reduction first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food-web restoration</a:t>
            </a:r>
            <a:endParaRPr lang="en-US" sz="1100" dirty="0"/>
          </a:p>
        </p:txBody>
      </p:sp>
      <p:pic>
        <p:nvPicPr>
          <p:cNvPr id="9" name="Image 0" descr="cyano_bl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22960"/>
            <a:ext cx="36118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Trophic Cascades Are Weaker in the Tropics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Jeppesen et al. (2012) — four reasons biomanipulation fails in warm lakes: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Fish reproduce year-round — no winter bottleneck; rapid recruitment recovery after removal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Piscivore guilds diverse but individually weak — no dominant top-down control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Omnivory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cichlids, characids, loricariids eat zooplankton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disturb sediments (release P). Worst possible combination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Small-bodied zooplankton dominance —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Ceriodaphnia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Diaphanosoma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(Gillooly &amp; Dodson 2000; Meerhoff et al. 2012)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Subtropical mesocosms: piscivore stocking suppresses small fish but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produce clear water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 et al., 2022)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Rupununi fish communities (450+ spp.) are nothing like Wisconsin — open research frontier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4: From Plankton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Bioassessment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biology tells us what chemistry alone cannot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Chemistry Snapshot vs. Biology Diary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monitoring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snapshot. Monthly sampling = 12 snapshots/yr; you miss 353 days of variability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pollution events (night discharge, rain-driven runoff, storm sewage) rarely coincide with grab samples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monitoring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diary. Benthic organisms live at the site for weeks to months and integrate the full stressor regime (Cairns &amp; Pratt, 1993)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EPT absent + tolerant chironomids/oligochaetes dominant = forensic evidence of recurrent impairment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identifies; biology confirms. Strongest programmes use both.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Pillars &amp; the Reference Condition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biological indicators · habitat assessment · physicochemical monitoring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condition approach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compare observed to what would be expected without disturbance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O/E ratio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values near 1.0 = taxa as expected; values &lt;&lt;1.0 = taxa missing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Formalised in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RIVPACS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(UK) and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AUSRIVAS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(Australia)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WFD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(2000): five classes — High · Good · Moderate · Poor · Bad — via Ecological Quality Ratios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Guyana: no reference conditions established for any system type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cannot yet quantify impairment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advantage: intact headwaters are still available as potential reference sites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5: Macroinvertebrate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workhorses of stream assessment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Pollution Sensitivity Spectrum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38328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154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Sensitive: EPT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(Ephemeroptera, Plecoptera, Trichoptera) — need DO &gt;7 mg/L, delicate gills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Tolerant: Chironomidae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thrive in low-O₂, organic-rich conditions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Tubificid oligochaetes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haemoglobin binds O₂ at very low concentrations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Syrphid rat-tailed maggots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siphon breathes atmospheric air in anoxic water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sensitive + dominant tolerant = degradation inferred, even without knowing the specific stressor</a:t>
            </a:r>
            <a:endParaRPr lang="en-US" sz="1050" dirty="0"/>
          </a:p>
        </p:txBody>
      </p:sp>
      <p:pic>
        <p:nvPicPr>
          <p:cNvPr id="9" name="Image 0" descr="ept_toler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822960"/>
            <a:ext cx="5166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Biotic Indices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 richness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count of Ephemeroptera/Plecoptera/Trichoptera families. &gt;15 excellent; &lt;5 severely impaired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BMWP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(Armitage et al., 1983) — family tolerance scores 1–10, summed (e.g. Heptageniidae 10; Chironomidae 2). Effort-dependent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ASPT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BMWP ÷ scoring families.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 = Good–High · 5–6 = Moderate · &lt;4.5 = significant organic pollution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Hilsenhoff FBI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(1988) — abundance-weighted tolerance 0–10. &lt;3.75 excellent · &gt;7.26 very poor. Lower is better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Multimetric IBI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(Karr, 1981) — composite of multiple metrics; more robust to any single-metric failure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74904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64008" cy="374904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spc="200" kern="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THINK–PAIR–SHARE: READING THE COMMUNITY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river · same geology · same climate.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A: 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taxa total · 60% Chironomidae · only 3 EPT families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B: 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taxa total · 15% Chironomidae · 8 of 12 families are EPT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site is in better ecological condition — and why?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6: Diatom-Based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Nature's water quality archive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Diatoms Are Unique Bioindicators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66344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4348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Siliceous frustules preserve in sediments for millennia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glass, essentially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environmental tolerances (pH, TP, salinity)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turnover, ubiquity, enormous diversity (100–200 spp./sample), standardised methods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capability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living assemblages = current conditions; fossil assemblages = centuries of history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Achnanthidium minutissimum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low-nutrient, well-oxygenated;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Nitzschia palea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Gomphonema parvulum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organic enrichment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prep: acid-clean, mount, identify 300–400 valves at 1000× oil immersion</a:t>
            </a:r>
            <a:endParaRPr lang="en-US" sz="1050" dirty="0"/>
          </a:p>
        </p:txBody>
      </p:sp>
      <p:pic>
        <p:nvPicPr>
          <p:cNvPr id="9" name="Image 0" descr="diatom_micro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822960"/>
            <a:ext cx="38862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Diatom Transfer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0624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977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modern diatom assemblages to measured environmental variables; then infer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conditions from fossil assemblages in cores (Birks et al., 1990)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50–150 lakes with paired diatom + chemistry data · fit weighted-averaging regression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model to fossil diatoms from a sediment core → reconstruct past TP, pH, salinity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Bennion et al. (1996): 152-lake NW Europe set;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WA-PLS RMSEP = 0.21 log₁₀ TP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range 10–1000 µg/L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Cardoso-Silva et al. (2025) — works in tropical reservoirs ·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must be regional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diatom training set exists for the Guiana Shield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PhD-scale opportunity</a:t>
            </a:r>
            <a:endParaRPr lang="en-US" sz="1000" dirty="0"/>
          </a:p>
        </p:txBody>
      </p:sp>
      <p:pic>
        <p:nvPicPr>
          <p:cNvPr id="9" name="Image 0" descr="diatom_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14400"/>
            <a:ext cx="4343400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44348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Fossil diatom stratigraphy in a sediment core (illustrative)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7: Emerging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eDNA · remote sensing · high-frequency sensors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DNA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57200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3434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shed by organisms — filter, extract, PCR, sequence, match to reference database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(targeted primers) vs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metabarcoding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(universal primers, full community)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Guiana: eDNA at 39 sites detected 132 fish species from ~17M reads — complementary to traditional methods (Cilleros et al., 2019)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matters: ~34 L → 64% of expected fauna; ~170 L → ~80% (Cantera et al., 2019)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presence/absence only · rapid degradation in warm/UV water · incomplete tropical reference DBs · downstream transport false positives</a:t>
            </a:r>
            <a:endParaRPr lang="en-US" sz="1050" dirty="0"/>
          </a:p>
        </p:txBody>
      </p:sp>
      <p:pic>
        <p:nvPicPr>
          <p:cNvPr id="9" name="Image 0" descr="edna_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804672"/>
            <a:ext cx="3977640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Sensing &amp; Continuous Sensors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(ESA): 10-m resolution, 5-day revisit,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free Google Earth Engine processing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turbidity mapping in the Mazaruni/Potaro needs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fieldwork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any student could start this week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multiparameter sondes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(15–60 min logging) → 35,000+ points/parameter/year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DO enables whole-system metabolism (GPP, ER) — impossible from grab sampling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Guyana, one logger at EDWC or a mainstem Essequibo station would begin the temporal baseline that does not yet exist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tools complement — they do not replace — traditional biology + chemistry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8: The Tropical Challenge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Guyana's Opportunity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 incognita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Temperate Methods Don't Fully Transfer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systematic tropical challenges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unresolved taxonomy · uncalibrated tolerance values · missing reference conditions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Dedieu et al. (2016): indices from one neotropical region may fail in another —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calibration essential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Baetidae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mayfly in Europe ≠ a 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Baetidae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mayfly in Guyana (different species, different baselines)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bioassessment does work in the tropics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Tampo et al. (2021): EPT/ASPT/BMWP robust in Togolese rivers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Guiana (WFD)</a:t>
            </a:r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IBMG macroinvertebrate index + French Guiana Diatomic Index — the closest analogue to what Guyana would need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Voids &amp; Research Opportunities in Guyana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93776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published phytoplankton or zooplankton data for Guyanese freshwaters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macroinvertebrate tolerance values calibrated for Guiana Shield taxa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diatom training sets for Guiana Shield transfer functions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Rupununi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22,000 ha, 750+ lakes, 450+ fish species — a plankton ecologist's dream, unsampled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EDWC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drinking-water source — phytoplankton + ELISA microcystin screening = direct public health value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Mazaruni / Potaro / Cuyuni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upstream–downstream paired sites — bridges to Week 9 (ASGM)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zero is a publishable first-of-kind — kick-net under US$100, microscope, plankton net, consistent sampling</a:t>
            </a:r>
            <a:endParaRPr lang="en-US" sz="1050" dirty="0"/>
          </a:p>
        </p:txBody>
      </p:sp>
      <p:pic>
        <p:nvPicPr>
          <p:cNvPr id="9" name="Image 0" descr="kick_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22960"/>
            <a:ext cx="361188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43708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Kick-net sampling — field-deployable, low-cost, effective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≠ biomass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Reynolds functional groups predict community responses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keystone grazer** — 250× filtering advantage; doubling in 3 days; body size gated by fish predation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cascades work — but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nutrient reduction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tropical cascades weakened by omnivory + small zooplankton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= snapshot; biology = diary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Bioassessment integrates conditions over time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ASPT &gt;6 = Good–High · &lt;4.5 = significant impairment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remember the thresholds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 transfer functions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reconstruct past environments from sediment cores — but need regional training sets (none exist for the Guiana Shield)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Guyana's zeros are research frontiers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baseline study is publishable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4A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might be defined as the study of the factors that determine what species of organisms are present in a given body of water, and in what numbers.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G. Evelyn Hutchinson, A Treatise on Limnology (1957)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3154680"/>
            <a:ext cx="137160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37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Paraphrasing Ruth Patrick (1949): the organisms living in a body of water offer us a picture of the sum of all factors that have been at work on them — telling us more about conditions than chemistry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 — Pollution I: Visible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pPr algn="l" indent="0" marL="0">
              <a:buNone/>
            </a:pP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today's tools to Guyana's most pressing freshwater challenge: artisanal and small-scale gold mining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biogeochemistry · bioaccumulation through food webs · turbidity · acid mine drainage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bioassessment methods are exactly the tools you'd use to quantify mining's ecological damage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7863840" cy="1691640"/>
          </a:xfrm>
          <a:prstGeom prst="rect">
            <a:avLst/>
          </a:prstGeom>
          <a:solidFill>
            <a:srgbClr val="EDEEF1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 question to sit with: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what you've learned about tropical cascades and the absence of baseline data, what approach would you recommend for managing a eutrophic lake in Guyana's coastal plain? Would you attempt biomanipulation — why or why not?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Weeks 7-8 Combined: Plankton Ecology, Bioassessment &amp; Monitoring</dc:title>
  <dc:subject>PptxGenJS Presentation</dc:subject>
  <dc:creator>Ajay Persaud</dc:creator>
  <cp:lastModifiedBy>Ajay Persaud</cp:lastModifiedBy>
  <cp:revision>1</cp:revision>
  <dcterms:created xsi:type="dcterms:W3CDTF">2026-04-17T23:00:08Z</dcterms:created>
  <dcterms:modified xsi:type="dcterms:W3CDTF">2026-04-17T23:00:08Z</dcterms:modified>
</cp:coreProperties>
</file>